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0E253-B0A2-4BBC-8967-BE458221A6FC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0A49F-48FA-4BFC-8D3D-649E50D58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8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Speaker note NOTE-777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00A49F-48FA-4BFC-8D3D-649E50D580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2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ABE9-E13D-0482-2189-EF5FBF11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6862E-035E-F12B-770A-A553A264B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7DDB-4E6A-AEC5-7311-5AF7EA6F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0D3A-89ED-DABF-7998-071ED61E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26DC6-BF5C-E563-E9E1-4D225EBB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07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B3BB-A00B-F014-2C1A-0F61F024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B1A48-6778-0CBA-0F09-D16644C9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BFC3B-BF4F-2AEB-CE29-D5DA8DF0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BDA5F-66C3-212C-B8C2-9A99078B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7E3F0-C373-0F00-611F-5A4EE499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3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FAC4-4334-5858-2C0E-5C6EA3643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B27C9-6E2F-E633-A995-7E095A7F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07E0D-78C7-1910-2BF4-071F7368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8C91F-3C90-503E-3D1F-496D5398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3FDE-F6F3-AF6D-3808-4CCC9505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85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928D-EA65-52FE-BEAD-23640AC6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5CC9C-9F6E-88F0-44AF-17D01CF81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4D6ED-A292-2EE3-B92A-A23C34991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38519-D899-F06C-EE6F-C9CBF50D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EC309-379D-E0F1-46D3-15542DA3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E24BF-76B9-4C07-156D-4A500564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F7A7-60B8-530F-0C21-50A724BF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28A6D-D1BB-C0FA-A8DD-54293206D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116B9-0F00-F027-4674-D251211DB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B5DE7A-B564-97C3-6D09-B242B57AD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67955-D363-5761-15B6-4CD28EA07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39E8B-7B46-6E44-29D3-52083136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35E-3BFD-63A1-A725-FBE94DC01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E4392-A86D-7E85-9E00-1FA3FD2D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73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041AD-6D1C-DD6B-E214-411595C2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0AE6A-BAE7-23B9-2302-F2514400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089D3F-42F8-EC89-7BBF-F7D141D8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6FAC3-B37C-3F8E-D670-11DFC1EA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7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F0D851-C215-242C-0342-0ADD4828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3CC31-48B9-D781-5023-C4D4FB11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B9A29-5E5E-98CA-9199-21BC8F0E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21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07F7-F13A-9AD5-09A2-6880285C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8F6A-BCA2-B59A-5AAC-C64E5AEB5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B7D3A-A88E-EC97-5117-38D565519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C2E1F-C592-E329-08E7-C679A66E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443A6-FC42-F8E5-9EC0-8A7A328B8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D3340-F6F5-D110-08D7-77729CC9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12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E950-F287-027D-7305-EB4175CB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EDD6C-443D-A26B-BA2C-374D8908A6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2684F-20C8-3FA5-0620-E1FA42504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BC34E-C9B2-EF5A-B7A6-483D4685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15F0D-AADB-69D9-DB48-38931C853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7AA0E-2D42-27FE-BC5D-70AC78D6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77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D444-8672-5D64-1188-5DB76897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BFB93-1F73-A921-2CFC-5BF1BE6DC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B5819-F8F0-AD8C-9240-D9950CF7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240C0-3521-0455-4E0C-F1BAF295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DC221-1BC2-3091-C173-AA30498B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1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88970-D7F9-6502-3D26-46B775F04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ADC1C-2B5A-1E65-194D-ED031D62B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3259E-0FC4-C945-D447-DB6182A8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10A39-C225-511C-72F2-FA286AEE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4AED7-CE36-FD25-5928-50ECE29E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284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E339E-A593-77C2-94FA-859A56301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B74B0-6A2B-8383-8018-1CD1A44C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68E2-86DD-5846-171E-09986FD54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38D0F-B813-407B-EDB6-E9643C1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7119-F3CF-934B-FA8A-7A55AD64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85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22370-C27A-FD29-784B-A2F69CE3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5315A-4E91-C627-24F4-31A33DB5F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2857-57B7-8FC9-D3EA-AE79633DF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4E122-19AE-49DD-8FFA-0FB9CF6E4364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FBC0E-CD47-F55B-8637-A7B9ABCBB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23355-75E8-B1C5-1427-9054FEA29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7516C-B939-4288-BF71-5679865DA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7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CB18-2A85-18B4-1AF8-755E7CF6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Roadmap SLIDE-111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59C09-1F2C-D895-D4B2-387D26DDB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Launch in Q3 PPT-AAA</a:t>
            </a:r>
          </a:p>
          <a:p>
            <a:r>
              <a:rPr lang="en-GB"/>
              <a:t>Hire two engineers PPT-BBB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9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A093-55A4-4C28-DCAF-266DED736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Budget SLIDE-222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E5F8F7-E333-4A2E-427A-D6145617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340195"/>
              </p:ext>
            </p:extLst>
          </p:nvPr>
        </p:nvGraphicFramePr>
        <p:xfrm>
          <a:off x="635000" y="1905000"/>
          <a:ext cx="508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2994177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14399527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6065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IN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814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60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Roadmap SLIDE-111</vt:lpstr>
      <vt:lpstr>Budget SLIDE-222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2026-10-12T19:46:33Z</dcterms:created>
  <dcterms:modified xsi:type="dcterms:W3CDTF">2026-10-12T19:46:33Z</dcterms:modified>
</cp:coreProperties>
</file>